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1: Title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2: The Problem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3: What is Contextual Engineering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4: Application Overview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5: Tech Stack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6: Strategy 1 - WRITE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7: Strategy 2 - SELECT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8: Strategy 3 - COMPRESS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9: Strategy 4 - ISOLATE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10: Single Agent 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11: Supervisor 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12: Live Demo Flow - Single Agent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13: Live Demo Flow - Supervisor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14: Code Highlight - WRITE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15: Code Highlight - SELECT + COMPRESS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16: Code Highlight - ISOLATE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17: What Makes This Production-Quality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18: Project Structure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19: Key Takeaways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20: Thank You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🏦 Banking AI Agent</dc:title>
  <dc:subject>PptxGenJS Presentation</dc:subject>
  <dc:creator>Created by Marp</dc:creator>
  <cp:lastModifiedBy>Created by Marp</cp:lastModifiedBy>
  <cp:revision>1</cp:revision>
  <dcterms:created xsi:type="dcterms:W3CDTF">2026-03-23T05:59:27Z</dcterms:created>
  <dcterms:modified xsi:type="dcterms:W3CDTF">2026-03-23T05:59:27Z</dcterms:modified>
</cp:coreProperties>
</file>