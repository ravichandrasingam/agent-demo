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The Problem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What is Contextual Engineering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Application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Tech 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Strategy 1 - WRITE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Strategy 2 - SELECT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Strategy 3 - COMPRESS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Strategy 4 - ISOLATE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Single Agent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Supervisor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Live Demo Flow - Single Agent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13: Live Demo Flow - Supervisor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14: Code Highlight - WRITE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15: Code Highlight - SELECT + COMPRESS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16: Code Highlight - ISOLATE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17: What Makes This Production-Quality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18: Memory is Context, Not a Cache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19: How COMPRESS Saves Cost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20: Project Structure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19: Key Takeaways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20: Thank You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🏦 Banking AI Agent</dc:title>
  <dc:subject>PptxGenJS Presentation</dc:subject>
  <dc:creator>Created by Marp</dc:creator>
  <cp:lastModifiedBy>Created by Marp</cp:lastModifiedBy>
  <cp:revision>1</cp:revision>
  <dcterms:created xsi:type="dcterms:W3CDTF">2026-03-29T20:12:37Z</dcterms:created>
  <dcterms:modified xsi:type="dcterms:W3CDTF">2026-03-29T20:12:37Z</dcterms:modified>
</cp:coreProperties>
</file>